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77f22bccbf5ab24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77f22bccbf5ab24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7f22bccbf5ab24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7f22bccbf5ab24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77f22bccbf5ab245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77f22bccbf5ab24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7f22bccbf5ab245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7f22bccbf5ab245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77f22bccbf5ab245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77f22bccbf5ab245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77f22bccbf5ab245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77f22bccbf5ab245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77f22bccbf5ab245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77f22bccbf5ab245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623408" y="-1076391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Problem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623400" y="1453442"/>
            <a:ext cx="8520600" cy="29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 &amp; AI Adoption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 Overflow Developer Survey 2024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Objective: Identify technology trends, AI adoption and future skill requirements to support hiring, training and technology investment decisions.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623408" y="-100099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&amp; Methodology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779700" y="1320024"/>
            <a:ext cx="8208000" cy="42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Dataset: Stack Overflow Developer Survey 2024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Respondents: 65,437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Coverage: 185 countries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Missing-value assessment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 frequency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vs future technology comparison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adoption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Experience-based comparison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-610559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681900" y="1863834"/>
            <a:ext cx="7780200" cy="29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JavaScript remains one of the most widely adopted technologies.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PostgreSQL shows strong database adoption.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Visual Studio Code is highly popular among developers.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AI tools are increasingly integrated into developer workflows.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Future technology preferences do not always match current adoption.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311708" y="-85746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Dive</a:t>
            </a:r>
            <a:endParaRPr/>
          </a:p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623400" y="1603834"/>
            <a:ext cx="8208900" cy="30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Adoption vs Future Demand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 decisions should not rely only on today's adoption.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Developers' desired technologies can indicate future skill demand and emerging opportunities.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implication: Companies should combine current usage data with future-interest signals when planning hiring and training.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ctrTitle"/>
          </p:nvPr>
        </p:nvSpPr>
        <p:spPr>
          <a:xfrm>
            <a:off x="311700" y="-2225375"/>
            <a:ext cx="8832300" cy="348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</p:txBody>
      </p:sp>
      <p:sp>
        <p:nvSpPr>
          <p:cNvPr id="79" name="Google Shape;79;p17"/>
          <p:cNvSpPr txBox="1"/>
          <p:nvPr>
            <p:ph idx="1" type="subTitle"/>
          </p:nvPr>
        </p:nvSpPr>
        <p:spPr>
          <a:xfrm>
            <a:off x="901800" y="1655700"/>
            <a:ext cx="7652100" cy="34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Build responsible AI-assisted development capability.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Prioritize high-demand technology skills in recruitment.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Establish continuous technology upskilling programs.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Monitor emerging technologies regularly.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ctrTitle"/>
          </p:nvPr>
        </p:nvSpPr>
        <p:spPr>
          <a:xfrm>
            <a:off x="311708" y="-1020892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623400" y="1456050"/>
            <a:ext cx="7930200" cy="34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Hiring: Better alignment between required and available skills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Training: More targeted employee upskilling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 Investment: Better identification of emerging technologies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Adoption: More structured and responsible AI integration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ctrTitle"/>
          </p:nvPr>
        </p:nvSpPr>
        <p:spPr>
          <a:xfrm>
            <a:off x="311708" y="-915927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&amp; Next Steps</a:t>
            </a:r>
            <a:endParaRPr/>
          </a:p>
        </p:txBody>
      </p:sp>
      <p:sp>
        <p:nvSpPr>
          <p:cNvPr id="91" name="Google Shape;91;p19"/>
          <p:cNvSpPr txBox="1"/>
          <p:nvPr>
            <p:ph idx="1" type="subTitle"/>
          </p:nvPr>
        </p:nvSpPr>
        <p:spPr>
          <a:xfrm>
            <a:off x="563700" y="1346952"/>
            <a:ext cx="8016600" cy="34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</a:t>
            </a:r>
            <a:r>
              <a:rPr b="1" lang="en"/>
              <a:t>Limitations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Survey responses are self-reported.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Respondents may not represent the entire developer population.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Multi-select questions can affect frequency calculations.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Observational data cannot establish causation.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" type="subTitle"/>
          </p:nvPr>
        </p:nvSpPr>
        <p:spPr>
          <a:xfrm>
            <a:off x="623400" y="657600"/>
            <a:ext cx="7768200" cy="44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                               Next Steps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 cleaned dataset to BI dashboard.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 deeper AI adoption analysis.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Compare technology trends by country and experience.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Track future survey releases.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